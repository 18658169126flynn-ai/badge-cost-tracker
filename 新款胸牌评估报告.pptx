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217920"/>
            <a:ext cx="12191695" cy="73152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新款胸牌记录仪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D6"/>
                </a:solidFill>
              </a:defRPr>
            </a:pPr>
            <a:r>
              <a:t>方案可行性评估 &amp; BOM成本分析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27432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主控方案：海思 Hi3516CV610 | 摄像头：SC4236 2K微光 | 4G：Cat.1 | 基于Linux系统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基于新款胸牌定义0630规格书 | MOQ 1K | 2026-07-02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40480"/>
            <a:ext cx="1554480" cy="16459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</a:defRPr>
            </a:pPr>
            <a:r>
              <a:t>📹 视频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891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1080P~2K</a:t>
            </a:r>
            <a:br/>
            <a:r>
              <a:t>30fps H.265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840480"/>
            <a:ext cx="1554480" cy="16459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</a:defRPr>
            </a:pPr>
            <a:r>
              <a:t>🌙 微光夜视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891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SC4236</a:t>
            </a:r>
            <a:br/>
            <a:r>
              <a:t>不补光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840480"/>
            <a:ext cx="1554480" cy="16459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</a:defRPr>
            </a:pPr>
            <a:r>
              <a:t>📶 4G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3891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Cat.1 10Mbps</a:t>
            </a:r>
            <a:br/>
            <a:r>
              <a:t>EC600N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1554480" cy="16459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</a:defRPr>
            </a:pPr>
            <a:r>
              <a:t>📏 尺寸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891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90×12×(8~10)mm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840480"/>
            <a:ext cx="1554480" cy="16459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</a:defRPr>
            </a:pPr>
            <a:r>
              <a:t>⚡ 续航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3891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300mAh</a:t>
            </a:r>
            <a:br/>
            <a:r>
              <a:t>约4-5h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3840480"/>
            <a:ext cx="1554480" cy="16459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</a:defRPr>
            </a:pPr>
            <a:r>
              <a:t>💰 BOM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3891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¥138.40</a:t>
            </a:r>
            <a:br/>
            <a:r>
              <a:t>≤¥140 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📋 产品规格定义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8288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录像 — 需要，优先级1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直播 — 需要，优先级1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拍照 — 需要，优先级1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定位 — 需要，优先级1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存储 — TF卡槽，不标配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屏 — 无电子屏，镭雕铭牌或亚克力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980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图像要求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防抖 — 电子防抖，优先级1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夜视 — 微光夜视，不考虑补光灯，优先级2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清晰度 — 1080P以上，最好2K，优先级1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43342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结构/佩戴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9028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重量 — 30~45g，优先级1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佩戴方式 — 冷靴切换：强磁吸&amp;背夹&amp;别针&amp;魔术贴，优先级1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023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尺寸 — 90×12×7mm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5838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防护等级 — IP65，优先级2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1441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工作温度 — -10℃~50℃，优先级2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📡 网络/外设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2618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4G/WiFi — 需要，优先级1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5179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蓝牙 — 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739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充电 — 支持快充5V1A，优先级1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029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麦克风 — 单麦，双麦备选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摄像头遮盖 — 需要，内置拨动切换，优先级1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542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其他 — 支持MTP，支持离线版，带APP，优先级1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⚡ 三款芯片技术对比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8288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  <a:gridCol w="2926080"/>
                <a:gridCol w="2926080"/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Hi3516CV610 🔵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君正 T31ZX 🟢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瑞芯微 RV1126 🟠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CPU架构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双核ARM A7 @950MHz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单核MIPS XBurst @1.5GHz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四核ARM A7 @1.5GHz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NPU算力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1T (INT8)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无独立NPU 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2T (INT8) ✅✅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封装DDR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内置1Gb DDR3 ✅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内置512Mb DDR2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外挂DDR ❌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ISP能力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AI ISP 最强 ⭐⭐⭐⭐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星光级ISP ⭐⭐⭐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ISP 2.0 ⭐⭐⭐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最大分辨率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6M@30 / 4K@20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5M@30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14MP / 4K@30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WDR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32倍曝光比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多帧WDR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3帧HDR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微光夜视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AI降噪+6dB 极好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星光级 够用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中上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典型功耗(SoC)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0.6-0.8W ⭐⭐⭐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0.3-0.5W ⭐⭐⭐⭐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0.8-1.2W ⭐⭐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封装尺寸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9×9mm QFN ✅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7×7mm BGA ✅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15×15mm BGA ⭐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芯片单价(MOQ 1K)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¥42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¥22 ✅✅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¥48+¥10(外挂DDR)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PCB层数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6层 HDI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4层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8层 HDI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SDK开放度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需NDA ⚠️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完全公开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🏆 方案推荐：海思 Hi3516CV610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105156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✅ 最佳适配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海思CV610内置DDR、小型化封装(9×9mm)、低功耗(0.6W)，最适合90×12mm胸牌形态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05156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✅ ISP最强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AI ISP + 32倍WDR + 6轴防抖，微光夜视不补光场景下行业最强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05156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✅ 性价比高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内置DDR省¥28+省PCB面积，BOM ¥138.4可控在¥140内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105156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✅ 海思生态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IPC芯片市场份额80%+，方案商最多，技术支持资源丰富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05156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⚠️ 注意事项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ISP调校需专业团队(NDA获取SDK)，芯片交期6-8周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</a:defRPr>
            </a:pPr>
            <a:r>
              <a:t>📷 推荐摄像头模组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515600" cy="731520"/>
          </a:xfrm>
          <a:prstGeom prst="roundRect">
            <a:avLst/>
          </a:prstGeom>
          <a:solidFill>
            <a:srgbClr val="22223A"/>
          </a:solidFill>
          <a:ln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SC4236 (4MP 2560×1440) 或 IMX335 (5MP 索尼STARVIS) | 微光性能优秀 | 模组尺寸约9-10×10×5.5mm | F1.4/F1.6微光镜头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💰 BOM成本核算 (MOQ 1K)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6400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金额(¥)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🧠 处理器&amp;存储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49.70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📷 摄像头(2K微光)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20.00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📡 4G通信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51.30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⚡ 电源&amp;电池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12.10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8.7%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🔘 功能外设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4.60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🔌 PCB+被动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10.90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</a:defRPr>
                      </a:pPr>
                      <a:r>
                        <a:t>BOM合计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</a:defRPr>
                      </a:pPr>
                      <a:r>
                        <a:t>¥138.40 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005840"/>
            <a:ext cx="4114800" cy="347472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🎯 成本控制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54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BOM ¥138.40 在¥140目标内 ✅</a:t>
            </a:r>
            <a:br/>
            <a:br/>
            <a:r>
              <a:t>含加工费约¥156 ⚠️</a:t>
            </a:r>
            <a:br/>
            <a:br/>
            <a:r>
              <a:t>降本空间：</a:t>
            </a:r>
            <a:br/>
            <a:r>
              <a:t>• 4G模组→中移ML307A 省¥10</a:t>
            </a:r>
            <a:br/>
            <a:r>
              <a:t>• Sensor→SC3335 省¥3</a:t>
            </a:r>
            <a:br/>
            <a:r>
              <a:t>• SPI NAND→64MB 省¥2</a:t>
            </a:r>
            <a:br/>
            <a:r>
              <a:t>→ 降本后BOM可至¥122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</a:defRPr>
            </a:pPr>
            <a:r>
              <a:t>📌 4G模组(¥48)和主控(¥42)合计¥90，占BOM的65%，是核心成本项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📦 关键元器件清单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</a:defRPr>
            </a:pPr>
            <a:r>
              <a:t>Hi3516CV610  ¥42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海思，内置1Gb DDR3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</a:defRPr>
            </a:pPr>
            <a:r>
              <a:t>4G Cat.1模组  ¥48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移远EC600N)，10M下行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</a:defRPr>
            </a:pPr>
            <a:r>
              <a:t>SC4236 Sensor  ¥14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9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4MP 2560×1440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80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</a:defRPr>
            </a:pPr>
            <a:r>
              <a:t>锂电池300mAh  ¥8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6080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502030软包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6080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</a:defRPr>
            </a:pPr>
            <a:r>
              <a:t>PCB 6层HDI  ¥8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6080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≤90×12mm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080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</a:defRPr>
            </a:pPr>
            <a:r>
              <a:t>外壳+配件  ¥9.5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9" y="6080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ABS/PC+铝合金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📉 降本方案 &amp; 供货风险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828800" cy="36576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28016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降本项目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原价(¥)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替换后(¥)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节省(¥)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4G模组 EC600N→中移ML307A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Sensor SC4236→SC3335(3MP)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SPI NAND 128MB→64MB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镜头 F1.6→F1.8国产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-1.5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合计降本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BOM ¥138.40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¥121.90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-16.50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⚠️ 供货风险与注意事项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🔴 Hi3516CV610 — 需NDA签署，交期6-8周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556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🔴 4G模组 — 需SRRC/CTA认证(¥3-5万)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482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🟡 SC4236/IMX335 — 国产Sensor供应稳定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408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🟡 PCB — 6层HDI交期3-4周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334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🟢 被动器件 — 供应充足，价格稳定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🟢 结构件 — 模具周期4-6周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</a:defRPr>
            </a:pPr>
            <a:r>
              <a:t>📅 预估开发周期：6-7个月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硬件方案设计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39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03-04周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39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PCB Layout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PCB样板+SMT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04周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BSP移植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ISP调试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02周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4G联网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04周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APP/平台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78440" y="4297680"/>
            <a:ext cx="1280160" cy="1280160"/>
          </a:xfrm>
          <a:prstGeom prst="roundRect">
            <a:avLst/>
          </a:prstGeom>
          <a:solidFill>
            <a:srgbClr val="22223A"/>
          </a:solidFill>
          <a:ln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04周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47091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整机测试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</a:defRPr>
            </a:pPr>
            <a:r>
              <a:t>总结：海思CV610方案BOM ¥138.4 ✅ | 微光2K ✅ | 电子防抖 ✅ | 4G联网 ✅ | 降本可达¥122 | 开发周期6-7个月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🏪 市场竞品参考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8288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371600"/>
                <a:gridCol w="3200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芯片方案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价格段(¥)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对标分析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海康B1胸牌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海思方案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250-400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成熟执法记录仪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直接竞品，生态强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科达胸牌记录仪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君正方案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200-350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高性价比，4G版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价格有优势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紫光智能工作记录仪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海思方案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300-500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企业级+平台服务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高端定位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京东/美团工牌记录仪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展锐方案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150-300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高度定制，外卖行业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成本对标目标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华为好望D系列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海思方案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400-600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高端，接入好望平台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差异化竞争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本方案(预估)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Hi3516CV610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~250-350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2K微光+4G+Linux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性价比定位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</a:defRPr>
            </a:pPr>
            <a:r>
              <a:t>🎯 本方案市场定位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0972800" cy="1371600"/>
          </a:xfrm>
          <a:prstGeom prst="roundRect">
            <a:avLst/>
          </a:prstGeom>
          <a:solidFill>
            <a:srgbClr val="22223A"/>
          </a:solidFill>
          <a:ln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目标定价 ¥250-350区间，以2K微光+4G实时直播+电子防抖为核心卖点</a:t>
            </a:r>
            <a:br/>
            <a:r>
              <a:t>差异化优势：Linux系统开放度高、海思ISP画质领先、BOM成本可控</a:t>
            </a:r>
            <a:br/>
            <a:r>
              <a:t>竞争策略：性价比对标京东/美团工牌(¥150-300)，画质对标海康B1(¥250-400)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